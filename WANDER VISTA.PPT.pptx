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969696"/>
    <a:srgbClr val="99FF66"/>
    <a:srgbClr val="FF0066"/>
    <a:srgbClr val="CC3300"/>
    <a:srgbClr val="006600"/>
    <a:srgbClr val="990099"/>
    <a:srgbClr val="808000"/>
    <a:srgbClr val="FF9966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57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09BC-C8E3-5DF4-9DB3-70FD86AC2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93130-CE05-FE58-09D1-AF06913A7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18F31-7B8F-B71D-69BD-06C13DB7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EAE35-5B49-425A-802C-1620D89119C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3FAE0-2ECC-F6F4-3CEA-50EEE63F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0896A-228E-E28E-22B7-932E69E8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226E-00FB-4659-B452-7F6A9F56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71568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BE45-33C2-126C-D97A-6E5083DE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31859-A63D-9D16-C38F-6F82D1015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99471-4D4C-414B-FAC2-6CDB679B1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EAE35-5B49-425A-802C-1620D89119C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BBAA-72BA-1353-0872-AC071141B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01E7E-C0EA-D813-873E-E9578360D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226E-00FB-4659-B452-7F6A9F56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05292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91D47-A94B-A799-B3F3-08861982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B56DB-2E2D-7B8C-5BB3-85CE0897B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32780-3CE1-0166-1910-FBB254C9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EAE35-5B49-425A-802C-1620D89119C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EE120-F20B-2921-0EEF-DB250B6EA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A7C3E-4305-E6AF-5D40-50E710C4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226E-00FB-4659-B452-7F6A9F56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2589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2EFF-6F22-273C-F536-0EF1B6778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731E-5399-1573-18AE-001DA73A64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AE201-45B0-3F69-8ED1-F2780D0EA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06D07-EA56-38C9-C72F-06E8F236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EAE35-5B49-425A-802C-1620D89119C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4A74A-D531-76B5-4D3A-DDD13A014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B1D59-EB7D-9F7B-5517-36E68980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226E-00FB-4659-B452-7F6A9F56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13650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E7BD-5D59-2B3B-B076-9EE1A8DED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0A7D9-3C16-2E45-A201-EC72B752D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C1BD1-2923-EC0A-B938-C1E41B68F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BD5F4-20BF-FB8E-67DF-EB2A97772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AFD31-85C9-955F-E5A7-FAB1CBE2F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0FFCF-8A20-D3A7-ABEE-8A49932DD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EAE35-5B49-425A-802C-1620D89119C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0CA61B-9B9C-C8EC-C26F-A22FC0593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E280A7-0694-3777-B153-E5FB1E87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226E-00FB-4659-B452-7F6A9F56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23041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ECFB-4DFD-C39C-7CBB-39C2DAF0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56E62-2BD2-7063-143B-E150D02BE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EAE35-5B49-425A-802C-1620D89119C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2CE96-14F8-61BC-449D-DF2078A83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B7828-B29B-7F67-9872-120982F5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226E-00FB-4659-B452-7F6A9F56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84477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48877-FCF2-9D51-8A53-92BD1FA2D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EAE35-5B49-425A-802C-1620D89119C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E235D9-684D-0038-2870-D48851ED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FA344-53E5-1365-B670-46F01C30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226E-00FB-4659-B452-7F6A9F56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33879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E15E0-07C3-0D2C-6FB3-A6A70C931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C48A2-7E35-B221-60FB-9675FC0FA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A082E-6F41-F6A2-D483-F43C65634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DDAF6-6F06-EE64-8280-6A2EDD764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EAE35-5B49-425A-802C-1620D89119C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06850-7581-3E24-2B18-17883810A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81D12-5194-6FEA-8004-25C601571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226E-00FB-4659-B452-7F6A9F56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71750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6BF7-9B0F-1E19-755D-8B9DA456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1AA4E-C272-12EC-9637-1C37279E0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4EC85-40FE-BAF0-28F8-B066C534B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AD464-7866-9829-E6FB-5C159C8D6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EAE35-5B49-425A-802C-1620D89119C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1EA40-9747-B2FB-BE92-7ED3A4EC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DB7B1-095A-2152-4D0A-BB8728E8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226E-00FB-4659-B452-7F6A9F56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24519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6BBA-84A7-F62A-FEF0-2A878A5E2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4D187-9D00-EB60-40E2-9398639DB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7FD98-9B78-4BC4-6ADA-28D4CF1B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EAE35-5B49-425A-802C-1620D89119C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4E50F-5D88-2291-CA3B-414CEAAF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E6CF-5719-A62C-9E6A-264DCB99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226E-00FB-4659-B452-7F6A9F56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415151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7F432-DE63-90D6-86B8-4FE6B3CE5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C6DE0-4F93-C761-266E-74C70F3D2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D4A14-E84A-9C7B-EAF2-9F93C564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EAE35-5B49-425A-802C-1620D89119C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BD114-291D-7041-1278-01D579DB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2A9D2-DA65-C574-1E92-B4CE6D17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226E-00FB-4659-B452-7F6A9F56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70948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766AD8-7828-0BB5-25F7-3FF0266D0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11007-AC12-976E-600B-BD163B386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086F6-B812-4483-39C6-8FBFB15164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EAE35-5B49-425A-802C-1620D89119C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9831C-B504-CB75-1374-622A6C913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67090-DBF1-BEA8-ECBB-58BD011EC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4D226E-00FB-4659-B452-7F6A9F56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26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DAB9-6360-9B44-B6AF-1CC0E2158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3146"/>
            <a:ext cx="9144000" cy="13037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33669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WANDER VISTA</a:t>
            </a:r>
            <a:endParaRPr lang="en-IN" b="1" dirty="0">
              <a:solidFill>
                <a:srgbClr val="336699"/>
              </a:solidFill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D3CDD-0D2E-0FC2-9F49-BE735E952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64338"/>
            <a:ext cx="9144000" cy="1655762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Travel and Nature Exploration Website</a:t>
            </a:r>
            <a:endParaRPr lang="en-IN" sz="4800" dirty="0">
              <a:solidFill>
                <a:schemeClr val="accent1">
                  <a:lumMod val="50000"/>
                </a:schemeClr>
              </a:solidFill>
              <a:highlight>
                <a:srgbClr val="808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C96A0-A3DA-BB21-D633-A9EEE68DE2F4}"/>
              </a:ext>
            </a:extLst>
          </p:cNvPr>
          <p:cNvSpPr txBox="1"/>
          <p:nvPr/>
        </p:nvSpPr>
        <p:spPr>
          <a:xfrm>
            <a:off x="3519377" y="4327439"/>
            <a:ext cx="56480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FFFFCC"/>
                </a:solidFill>
                <a:highlight>
                  <a:srgbClr val="800080"/>
                </a:highlight>
              </a:rPr>
              <a:t>Team Leader : </a:t>
            </a:r>
            <a:r>
              <a:rPr lang="en-US" sz="3200" dirty="0" err="1">
                <a:solidFill>
                  <a:srgbClr val="FFFFCC"/>
                </a:solidFill>
                <a:highlight>
                  <a:srgbClr val="800080"/>
                </a:highlight>
              </a:rPr>
              <a:t>Hemachandrika</a:t>
            </a:r>
            <a:endParaRPr lang="en-US" sz="3200" dirty="0">
              <a:solidFill>
                <a:srgbClr val="FFFFCC"/>
              </a:solidFill>
              <a:highlight>
                <a:srgbClr val="800080"/>
              </a:highlight>
            </a:endParaRPr>
          </a:p>
          <a:p>
            <a:pPr algn="ctr"/>
            <a:r>
              <a:rPr lang="en-IN" sz="3200" dirty="0">
                <a:solidFill>
                  <a:srgbClr val="FFFFCC"/>
                </a:solidFill>
                <a:highlight>
                  <a:srgbClr val="800080"/>
                </a:highlight>
              </a:rPr>
              <a:t>Team Leader : Monisha</a:t>
            </a:r>
          </a:p>
        </p:txBody>
      </p:sp>
    </p:spTree>
    <p:extLst>
      <p:ext uri="{BB962C8B-B14F-4D97-AF65-F5344CB8AC3E}">
        <p14:creationId xmlns:p14="http://schemas.microsoft.com/office/powerpoint/2010/main" val="2987240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DF6C79-2690-01D0-925E-328C66A828BF}"/>
              </a:ext>
            </a:extLst>
          </p:cNvPr>
          <p:cNvSpPr txBox="1"/>
          <p:nvPr/>
        </p:nvSpPr>
        <p:spPr>
          <a:xfrm>
            <a:off x="3498114" y="925018"/>
            <a:ext cx="57246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>
                    <a:lumMod val="65000"/>
                  </a:schemeClr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5400" b="1" dirty="0">
              <a:solidFill>
                <a:schemeClr val="bg1">
                  <a:lumMod val="65000"/>
                </a:schemeClr>
              </a:solidFill>
              <a:highlight>
                <a:srgbClr val="000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D7129-F64D-66E8-9701-C0F2EBB72A8B}"/>
              </a:ext>
            </a:extLst>
          </p:cNvPr>
          <p:cNvSpPr txBox="1"/>
          <p:nvPr/>
        </p:nvSpPr>
        <p:spPr>
          <a:xfrm>
            <a:off x="1430941" y="2647499"/>
            <a:ext cx="965475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Wander Vista is a modern Travel and Nature Exploration Website </a:t>
            </a:r>
          </a:p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designed to help people discover beautiful destinations, nature,</a:t>
            </a:r>
          </a:p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adventure, culture and travel experiences. The website provides </a:t>
            </a:r>
          </a:p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useful travel information through an attractive, simple and</a:t>
            </a:r>
          </a:p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design. </a:t>
            </a:r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97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split orient="vert"/>
      </p:transition>
    </mc:Choice>
    <mc:Fallback>
      <p:transition spd="slow" advTm="5000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5140D7-3974-DAE2-00BB-729C566621BB}"/>
              </a:ext>
            </a:extLst>
          </p:cNvPr>
          <p:cNvSpPr txBox="1"/>
          <p:nvPr/>
        </p:nvSpPr>
        <p:spPr>
          <a:xfrm>
            <a:off x="3948039" y="914397"/>
            <a:ext cx="42883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60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3C4EFD-A376-824D-9ED6-CE0D17D88F2F}"/>
              </a:ext>
            </a:extLst>
          </p:cNvPr>
          <p:cNvSpPr txBox="1"/>
          <p:nvPr/>
        </p:nvSpPr>
        <p:spPr>
          <a:xfrm>
            <a:off x="1513213" y="2636869"/>
            <a:ext cx="933621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Wander Vista is to create a user-friendly</a:t>
            </a:r>
          </a:p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responsive travel website that helps users explore beautiful </a:t>
            </a:r>
          </a:p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destinations, nature, adventure activities, culture and useful</a:t>
            </a:r>
          </a:p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travel information in one place. </a:t>
            </a:r>
            <a:endParaRPr lang="en-IN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0176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5000">
        <p15:prstTrans prst="peelOff"/>
      </p:transition>
    </mc:Choice>
    <mc:Fallback>
      <p:transition spd="slow" advTm="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E528E4-7645-3FDC-7BF5-0050F08E3030}"/>
              </a:ext>
            </a:extLst>
          </p:cNvPr>
          <p:cNvSpPr txBox="1"/>
          <p:nvPr/>
        </p:nvSpPr>
        <p:spPr>
          <a:xfrm>
            <a:off x="2477389" y="1041991"/>
            <a:ext cx="74366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FF9966"/>
                </a:solidFill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5400" dirty="0">
              <a:solidFill>
                <a:srgbClr val="FF9966"/>
              </a:solidFill>
              <a:highlight>
                <a:srgbClr val="800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EA1278-7231-2977-698F-B0CF492A9C5E}"/>
              </a:ext>
            </a:extLst>
          </p:cNvPr>
          <p:cNvSpPr txBox="1"/>
          <p:nvPr/>
        </p:nvSpPr>
        <p:spPr>
          <a:xfrm>
            <a:off x="3997837" y="2690030"/>
            <a:ext cx="447244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8080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8080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8080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8080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Responsive Web Design</a:t>
            </a:r>
            <a:endParaRPr lang="en-IN" sz="3200" dirty="0">
              <a:solidFill>
                <a:srgbClr val="808000"/>
              </a:solidFill>
              <a:highlight>
                <a:srgbClr val="000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61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5000">
        <p:dissolve/>
      </p:transition>
    </mc:Choice>
    <mc:Fallback>
      <p:transition spd="slow" advTm="5000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5973B4-EEA4-34E2-878A-AD7CA7716A8F}"/>
              </a:ext>
            </a:extLst>
          </p:cNvPr>
          <p:cNvSpPr txBox="1"/>
          <p:nvPr/>
        </p:nvSpPr>
        <p:spPr>
          <a:xfrm>
            <a:off x="2849528" y="871864"/>
            <a:ext cx="67828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990099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WEBSITE FEATURES</a:t>
            </a:r>
            <a:endParaRPr lang="en-IN" sz="5400" dirty="0">
              <a:solidFill>
                <a:srgbClr val="990099"/>
              </a:solidFill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BD4C5-72A7-A884-A624-E20A8871A001}"/>
              </a:ext>
            </a:extLst>
          </p:cNvPr>
          <p:cNvSpPr txBox="1"/>
          <p:nvPr/>
        </p:nvSpPr>
        <p:spPr>
          <a:xfrm>
            <a:off x="4433777" y="2328527"/>
            <a:ext cx="379142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99FF66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Travel destinations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99FF66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Adventure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99FF66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Shopping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99FF66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Art and Culture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99FF66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Travel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99FF66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</a:t>
            </a:r>
            <a:endParaRPr lang="en-IN" sz="3200" dirty="0">
              <a:solidFill>
                <a:srgbClr val="99FF66"/>
              </a:solidFill>
              <a:highlight>
                <a:srgbClr val="000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6542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5000">
        <p15:prstTrans prst="airplane"/>
      </p:transition>
    </mc:Choice>
    <mc:Fallback>
      <p:transition spd="slow" advTm="5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D02C00-1752-E367-B5BB-96C538CA3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48098"/>
            <a:ext cx="10905066" cy="496180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30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 advTm="5000">
        <p14:glitter pattern="hexagon"/>
      </p:transition>
    </mc:Choice>
    <mc:Fallback>
      <p:transition spd="slow" advTm="5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8A02C6-6F9D-962B-13AE-618091546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84936"/>
            <a:ext cx="11277600" cy="408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60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doors dir="vert"/>
      </p:transition>
    </mc:Choice>
    <mc:Fallback>
      <p:transition spd="slow" advTm="5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49ED18-5F52-E770-4E4B-54C74DE05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0838"/>
            <a:ext cx="11277600" cy="411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10841"/>
      </p:ext>
    </p:extLst>
  </p:cSld>
  <p:clrMapOvr>
    <a:masterClrMapping/>
  </p:clrMapOvr>
  <p:transition spd="slow" advTm="5000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4A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E364-342C-89EB-752E-40BFEF3B1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48099"/>
            <a:ext cx="10905066" cy="496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94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5000">
        <p14:warp dir="in"/>
      </p:transition>
    </mc:Choice>
    <mc:Fallback>
      <p:transition spd="slow" advTm="5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87992-85FB-BFAE-B28D-535D481E1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61729"/>
            <a:ext cx="10905066" cy="493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312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4F531F-C188-6F2D-7449-26601C66B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477" y="1473036"/>
            <a:ext cx="9951041" cy="390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65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5000">
        <p14:switch dir="r"/>
      </p:transition>
    </mc:Choice>
    <mc:Fallback>
      <p:transition spd="slow" advTm="5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5D62AC-E60D-E00B-8366-395E946DF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2" r="1087" b="-1"/>
          <a:stretch>
            <a:fillRect/>
          </a:stretch>
        </p:blipFill>
        <p:spPr>
          <a:xfrm>
            <a:off x="838200" y="233807"/>
            <a:ext cx="10468866" cy="5888737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6106252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5000">
        <p15:prstTrans prst="pageCurlDouble"/>
      </p:transition>
    </mc:Choice>
    <mc:Fallback>
      <p:transition spd="slow" advTm="5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876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02CF1-41B2-966A-22A7-A829D0E03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57148"/>
            <a:ext cx="10905066" cy="474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147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restige"/>
      </p:transition>
    </mc:Choice>
    <mc:Fallback>
      <p:transition spd="slow" advTm="5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62A52A-5945-BB95-F5A3-35EA9781E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578" y="2820423"/>
            <a:ext cx="9664846" cy="103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297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crush"/>
      </p:transition>
    </mc:Choice>
    <mc:Fallback>
      <p:transition spd="slow" advTm="5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6EE9C9-94B1-D2FE-1ED9-BFDF2542305B}"/>
              </a:ext>
            </a:extLst>
          </p:cNvPr>
          <p:cNvSpPr txBox="1"/>
          <p:nvPr/>
        </p:nvSpPr>
        <p:spPr>
          <a:xfrm>
            <a:off x="3754806" y="740229"/>
            <a:ext cx="48782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969696"/>
                </a:solidFill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5400" b="1" dirty="0">
              <a:solidFill>
                <a:srgbClr val="969696"/>
              </a:solidFill>
              <a:highlight>
                <a:srgbClr val="800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490FD7-9326-8499-ABB4-6EE4293A6770}"/>
              </a:ext>
            </a:extLst>
          </p:cNvPr>
          <p:cNvSpPr txBox="1"/>
          <p:nvPr/>
        </p:nvSpPr>
        <p:spPr>
          <a:xfrm>
            <a:off x="2061186" y="2286000"/>
            <a:ext cx="842512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80808"/>
                </a:solidFill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Wander Vista provides a simple, attractive and responsive platform</a:t>
            </a:r>
          </a:p>
          <a:p>
            <a:pPr algn="ctr"/>
            <a:r>
              <a:rPr lang="en-US" sz="2400" dirty="0">
                <a:solidFill>
                  <a:srgbClr val="080808"/>
                </a:solidFill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for exploring beautiful travel destinations and nature experiences.</a:t>
            </a:r>
          </a:p>
          <a:p>
            <a:pPr algn="ctr"/>
            <a:r>
              <a:rPr lang="en-US" sz="2400" dirty="0">
                <a:solidFill>
                  <a:srgbClr val="080808"/>
                </a:solidFill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websites makes travel information easy to discover and</a:t>
            </a:r>
          </a:p>
          <a:p>
            <a:pPr algn="ctr"/>
            <a:r>
              <a:rPr lang="en-US" sz="2400" dirty="0">
                <a:solidFill>
                  <a:srgbClr val="080808"/>
                </a:solidFill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encourages users to explore, travel and discover new places.</a:t>
            </a:r>
            <a:endParaRPr lang="en-IN" sz="2400" dirty="0">
              <a:solidFill>
                <a:srgbClr val="080808"/>
              </a:solidFill>
              <a:highlight>
                <a:srgbClr val="808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817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14:gallery dir="l"/>
      </p:transition>
    </mc:Choice>
    <mc:Fallback>
      <p:transition spd="slow" advTm="5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HEMACHANDRIKA PPT</Template>
  <TotalTime>33</TotalTime>
  <Words>163</Words>
  <Application>Microsoft Office PowerPoint</Application>
  <PresentationFormat>Widescreen</PresentationFormat>
  <Paragraphs>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WANDER VISTA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20</cp:revision>
  <dcterms:created xsi:type="dcterms:W3CDTF">2026-10-18T14:35:27Z</dcterms:created>
  <dcterms:modified xsi:type="dcterms:W3CDTF">2026-10-20T00:21:42Z</dcterms:modified>
</cp:coreProperties>
</file>